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Ulo Thixo Omkhulu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Ulo Thixo omkhulu, ngosezulwini;</a:t>
            </a:r>
          </a:p>
          <a:p>
            <a:r>
              <a:t>Ungu Wena-wena Khaka lenyaniso.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Ungu Wena-wena Nqaba yenyaniso.</a:t>
            </a:r>
          </a:p>
          <a:p>
            <a:r>
              <a:t>Ungu Wena-wena Hlathi lenyaniso.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Ungu Wena-wen' uhlel' enyangwaneni.</a:t>
            </a:r>
          </a:p>
          <a:p>
            <a:r>
              <a:t>Ulo dal' ubom, wadal' aphezulu.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