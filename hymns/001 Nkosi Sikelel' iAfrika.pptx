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Nkosi Sikelel' iAfrika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Nkosi sikelel' iAfrika</a:t>
            </a:r>
          </a:p>
          <a:p>
            <a:r>
              <a:t>Malupakam' upondo lwayo</a:t>
            </a:r>
          </a:p>
          <a:p>
            <a:r>
              <a:t>Yizwa imithandazo yethu</a:t>
            </a:r>
          </a:p>
          <a:p>
            <a:r>
              <a:t>Nkosi sikelela, thina lusapho lwayo.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Ikhorasi</a:t>
            </a:r>
          </a:p>
          <a:p>
            <a:r>
              <a:t>Woza Moya, woza, woza</a:t>
            </a:r>
          </a:p>
          <a:p>
            <a:r>
              <a:t>Woza Moya, woza, woza</a:t>
            </a:r>
          </a:p>
          <a:p>
            <a:r>
              <a:t>Woza Moya, Oyingcwele</a:t>
            </a:r>
          </a:p>
          <a:p>
            <a:r>
              <a:t>Nkosi sikelela, thina lusapho lwayo.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