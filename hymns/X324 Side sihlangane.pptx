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-950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84B5E-C9F0-4038-8357-552F2133D0D7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B5E95-E0D4-4DFB-B51E-295E4730F5E5}" type="slidenum">
              <a:rPr lang="en-ZA" smtClean="0"/>
              <a:pPr/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826DA8B-53DB-49CD-8E82-A0B192D48FBF}" type="datetimeFigureOut">
              <a:rPr lang="en-US" smtClean="0"/>
              <a:pPr/>
              <a:t>11/7/2010</a:t>
            </a:fld>
            <a:endParaRPr lang="en-ZA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C51A4D0-D543-4134-BD71-C13048CED637}" type="slidenum">
              <a:rPr lang="en-ZA" smtClean="0"/>
              <a:pPr/>
              <a:t>‹#›</a:t>
            </a:fld>
            <a:endParaRPr lang="en-ZA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u="sng" dirty="0" smtClean="0"/>
              <a:t>Xhosa 324</a:t>
            </a:r>
            <a:endParaRPr lang="en-ZA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ZA" dirty="0" smtClean="0"/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sihlangane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Wang’uThixo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b="1" dirty="0" smtClean="0"/>
              <a:t>,</a:t>
            </a:r>
            <a:endParaRPr lang="en-ZA" sz="4000" b="1" dirty="0"/>
          </a:p>
          <a:p>
            <a:pPr>
              <a:buNone/>
            </a:pPr>
            <a:r>
              <a:rPr lang="en-ZA" sz="4000" b="1" dirty="0" err="1" smtClean="0"/>
              <a:t>Akuxhas</a:t>
            </a:r>
            <a:r>
              <a:rPr lang="en-ZA" sz="4000" b="1" dirty="0" smtClean="0"/>
              <a:t>’  </a:t>
            </a:r>
            <a:r>
              <a:rPr lang="en-ZA" sz="4000" b="1" dirty="0" err="1" smtClean="0"/>
              <a:t>akukhokhele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err="1" smtClean="0"/>
              <a:t>Wanga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b="1" dirty="0" smtClean="0"/>
              <a:t>.</a:t>
            </a:r>
          </a:p>
          <a:p>
            <a:pPr>
              <a:buNone/>
            </a:pPr>
            <a:endParaRPr lang="en-ZA" b="1" dirty="0"/>
          </a:p>
          <a:p>
            <a:pPr>
              <a:buNone/>
            </a:pPr>
            <a:endParaRPr lang="en-ZA" dirty="0" smtClean="0"/>
          </a:p>
          <a:p>
            <a:pPr>
              <a:buNone/>
            </a:pPr>
            <a:endParaRPr lang="en-ZA" dirty="0"/>
          </a:p>
          <a:p>
            <a:pPr>
              <a:buNone/>
            </a:pPr>
            <a:endParaRPr lang="en-ZA" dirty="0" smtClean="0"/>
          </a:p>
          <a:p>
            <a:pPr>
              <a:buNone/>
            </a:pPr>
            <a:endParaRPr lang="en-ZA" dirty="0"/>
          </a:p>
          <a:p>
            <a:pPr>
              <a:buNone/>
            </a:pPr>
            <a:endParaRPr lang="en-ZA" dirty="0" smtClean="0"/>
          </a:p>
          <a:p>
            <a:pPr>
              <a:buNone/>
            </a:pPr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1643050"/>
            <a:ext cx="8229600" cy="4525963"/>
          </a:xfrm>
        </p:spPr>
        <p:txBody>
          <a:bodyPr/>
          <a:lstStyle/>
          <a:p>
            <a:pPr>
              <a:buNone/>
            </a:pPr>
            <a:endParaRPr lang="en-ZA" dirty="0" smtClean="0"/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sihlangane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/>
              <a:t>E</a:t>
            </a:r>
            <a:r>
              <a:rPr lang="en-ZA" sz="4000" b="1" dirty="0" err="1" smtClean="0"/>
              <a:t>enyaweni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zikaYesu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sihlangane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Wanga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dirty="0" smtClean="0"/>
              <a:t>.</a:t>
            </a:r>
            <a:endParaRPr lang="en-ZA" dirty="0"/>
          </a:p>
        </p:txBody>
      </p:sp>
      <p:sp>
        <p:nvSpPr>
          <p:cNvPr id="4" name="Rectangle 3"/>
          <p:cNvSpPr/>
          <p:nvPr/>
        </p:nvSpPr>
        <p:spPr>
          <a:xfrm>
            <a:off x="3951253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/>
              <a:t> </a:t>
            </a:r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ZA" dirty="0" smtClean="0"/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sihlagane</a:t>
            </a:r>
            <a:r>
              <a:rPr lang="en-ZA" sz="4000" b="1" dirty="0" smtClean="0"/>
              <a:t> ,</a:t>
            </a:r>
          </a:p>
          <a:p>
            <a:pPr>
              <a:buNone/>
            </a:pPr>
            <a:r>
              <a:rPr lang="en-ZA" sz="4000" b="1" dirty="0" smtClean="0"/>
              <a:t>Wang’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b="1" dirty="0" smtClean="0"/>
              <a:t>. </a:t>
            </a:r>
          </a:p>
          <a:p>
            <a:pPr>
              <a:buNone/>
            </a:pPr>
            <a:r>
              <a:rPr lang="en-ZA" sz="4000" b="1" dirty="0" err="1" smtClean="0"/>
              <a:t>Akudlise</a:t>
            </a:r>
            <a:r>
              <a:rPr lang="en-ZA" sz="4000" b="1" dirty="0" smtClean="0"/>
              <a:t>, </a:t>
            </a:r>
            <a:r>
              <a:rPr lang="en-ZA" sz="4000" b="1" dirty="0" err="1" smtClean="0"/>
              <a:t>akuseze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err="1" smtClean="0"/>
              <a:t>Wanga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b="1" dirty="0" smtClean="0"/>
              <a:t>.</a:t>
            </a:r>
            <a:endParaRPr lang="en-ZA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785926"/>
            <a:ext cx="8229600" cy="43891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sihlangane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Eenyaweni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zikaYesu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sihlangane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Wanga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b="1" dirty="0" smtClean="0"/>
              <a:t>.</a:t>
            </a:r>
          </a:p>
          <a:p>
            <a:pPr>
              <a:buNone/>
            </a:pPr>
            <a:endParaRPr lang="en-ZA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857364"/>
            <a:ext cx="8229600" cy="4389120"/>
          </a:xfrm>
        </p:spPr>
        <p:txBody>
          <a:bodyPr/>
          <a:lstStyle/>
          <a:p>
            <a:pPr>
              <a:buNone/>
            </a:pPr>
            <a:endParaRPr lang="en-ZA" dirty="0" smtClean="0"/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sihlangene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Wang’uThixo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Kuzo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zonk</a:t>
            </a:r>
            <a:r>
              <a:rPr lang="en-ZA" sz="4000" b="1" dirty="0" smtClean="0"/>
              <a:t>’ </a:t>
            </a:r>
            <a:r>
              <a:rPr lang="en-ZA" sz="4000" b="1" dirty="0" err="1" smtClean="0"/>
              <a:t>iingozi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zakho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err="1" smtClean="0"/>
              <a:t>Wanga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angaanwe</a:t>
            </a:r>
            <a:r>
              <a:rPr lang="en-ZA" sz="4000" b="1" dirty="0" smtClean="0"/>
              <a:t>.</a:t>
            </a:r>
          </a:p>
          <a:p>
            <a:pPr>
              <a:buNone/>
            </a:pPr>
            <a:endParaRPr lang="en-ZA" dirty="0" smtClean="0"/>
          </a:p>
          <a:p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ZA" dirty="0" smtClean="0"/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sihlangene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Eenyaweni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zikaYesu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sihlangene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Wanga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dirty="0" smtClean="0"/>
              <a:t>.</a:t>
            </a:r>
          </a:p>
          <a:p>
            <a:endParaRPr lang="en-ZA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sihlangane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smtClean="0"/>
              <a:t>Wang’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err="1" smtClean="0"/>
              <a:t>Akwambes</a:t>
            </a:r>
            <a:r>
              <a:rPr lang="en-ZA" sz="4000" b="1" dirty="0" smtClean="0"/>
              <a:t>’ </a:t>
            </a:r>
            <a:r>
              <a:rPr lang="en-ZA" sz="4000" b="1" dirty="0" err="1" smtClean="0"/>
              <a:t>uthando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lwaKhe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err="1" smtClean="0"/>
              <a:t>Wanga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b="1" dirty="0" smtClean="0"/>
              <a:t> </a:t>
            </a:r>
            <a:r>
              <a:rPr lang="en-ZA" sz="4000" dirty="0" smtClean="0"/>
              <a:t>.</a:t>
            </a:r>
            <a:endParaRPr lang="en-ZA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sihlangene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Eenyaweni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zikaYesu</a:t>
            </a:r>
            <a:r>
              <a:rPr lang="en-ZA" sz="4000" b="1" dirty="0" smtClean="0"/>
              <a:t>;</a:t>
            </a:r>
          </a:p>
          <a:p>
            <a:pPr>
              <a:buNone/>
            </a:pPr>
            <a:r>
              <a:rPr lang="en-ZA" sz="4000" b="1" dirty="0" smtClean="0"/>
              <a:t>Side </a:t>
            </a:r>
            <a:r>
              <a:rPr lang="en-ZA" sz="4000" b="1" dirty="0" err="1" smtClean="0"/>
              <a:t>sibuye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sihlangene</a:t>
            </a:r>
            <a:r>
              <a:rPr lang="en-ZA" sz="4000" b="1" dirty="0" smtClean="0"/>
              <a:t>,</a:t>
            </a:r>
          </a:p>
          <a:p>
            <a:pPr>
              <a:buNone/>
            </a:pPr>
            <a:r>
              <a:rPr lang="en-ZA" sz="4000" b="1" dirty="0" err="1" smtClean="0"/>
              <a:t>Wanga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uThixo</a:t>
            </a:r>
            <a:r>
              <a:rPr lang="en-ZA" sz="4000" b="1" dirty="0" smtClean="0"/>
              <a:t> </a:t>
            </a:r>
            <a:r>
              <a:rPr lang="en-ZA" sz="4000" b="1" dirty="0" err="1" smtClean="0"/>
              <a:t>angaanawe</a:t>
            </a:r>
            <a:r>
              <a:rPr lang="en-ZA" sz="4000" dirty="0" smtClean="0"/>
              <a:t>.</a:t>
            </a:r>
          </a:p>
          <a:p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</TotalTime>
  <Words>130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Xhosa 324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Xhosa 324</dc:title>
  <dc:creator>RMC Church</dc:creator>
  <cp:lastModifiedBy>RMC Church</cp:lastModifiedBy>
  <cp:revision>10</cp:revision>
  <dcterms:created xsi:type="dcterms:W3CDTF">2010-11-07T09:21:19Z</dcterms:created>
  <dcterms:modified xsi:type="dcterms:W3CDTF">2010-11-07T10:30:43Z</dcterms:modified>
</cp:coreProperties>
</file>